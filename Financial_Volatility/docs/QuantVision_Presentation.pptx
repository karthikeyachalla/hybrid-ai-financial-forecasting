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515600" y="-182880"/>
            <a:ext cx="2286000" cy="548640"/>
          </a:xfrm>
          <a:prstGeom prst="parallelogram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320040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D2FF"/>
                </a:solidFill>
                <a:latin typeface="Arial"/>
              </a:rPr>
              <a:t>Hybrid AI Financial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0F5FA"/>
                </a:solidFill>
              </a:rPr>
              <a:t>Volatility &amp; Market Regimes</a:t>
            </a:r>
          </a:p>
          <a:p>
            <a:pPr algn="ctr"/>
            <a:r>
              <a:rPr sz="2600" b="0">
                <a:solidFill>
                  <a:srgbClr val="F0F5FA"/>
                </a:solidFill>
              </a:rPr>
              <a:t>Powered by Deep Learning, VAE, and NLP</a:t>
            </a:r>
          </a:p>
          <a:p>
            <a:pPr algn="ctr"/>
            <a:r>
              <a:rPr sz="2600" b="0">
                <a:solidFill>
                  <a:srgbClr val="F0F5FA"/>
                </a:solidFill>
              </a:rPr>
              <a:t>QUANT-PRO v4.1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515600" y="-182880"/>
            <a:ext cx="2286000" cy="548640"/>
          </a:xfrm>
          <a:prstGeom prst="parallelogram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2FF"/>
                </a:solidFill>
                <a:latin typeface="Arial"/>
              </a:rPr>
              <a:t>1. The Challenge with Traditional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turn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Financial markets are inherently noisy, non-stationary, and highly complex.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Classical statistical models rely strictly on linear assumptions.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They fail to adapt dynamically to sudden regime shifts &amp; extreme volatility crashes.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Purely mathematical models ignore human sentiment and unstructured qualitative data (News, Twitter).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515600" y="-182880"/>
            <a:ext cx="2286000" cy="548640"/>
          </a:xfrm>
          <a:prstGeom prst="parallelogram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2FF"/>
                </a:solidFill>
                <a:latin typeface="Arial"/>
              </a:rPr>
              <a:t>2. The Solution: QUANT-PRO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A hybrid quantitative framework blending classical stats with state-of-the-art Deep Learning.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End-to-End automated data pipeline starting from live market extraction.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Core components: Non-linear Volatility Modeling, Anomaly Scorer, Sentiment Engine, Price Forecaster.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Designed for intuitive UI/UX with clear risk metrics &amp; neural explainability.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515600" y="-182880"/>
            <a:ext cx="2286000" cy="548640"/>
          </a:xfrm>
          <a:prstGeom prst="parallelogram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2FF"/>
                </a:solidFill>
                <a:latin typeface="Arial"/>
              </a:rPr>
              <a:t>3. Live Data &amp;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f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535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Extracts real-time price &amp; volume streams seamlessly.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Dynamic automated feature engineering computes technical indicators instantly.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Key Alpha Generators: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  • Relative Strength Index (RSI)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  • Moving Average Convergence Divergence (MACD)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  • Bollinger Bands &amp; Momentum Oscillators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Creates a robust multi-dimensional feature set bridging price action &amp; momentum.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515600" y="-182880"/>
            <a:ext cx="2286000" cy="548640"/>
          </a:xfrm>
          <a:prstGeom prst="parallelogram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2FF"/>
                </a:solidFill>
                <a:latin typeface="Arial"/>
              </a:rPr>
              <a:t>4. Volatility Engine: GARCH + LSTM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olatility_mode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535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Uses Realized GARCH to capture baseline mean-reverting behavior.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Implements a bidirectional LSTM network for capturing residual non-linear chaos.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The Hybrid Blend: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  • Extracts structural variance via econometrics.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  • Learns hidden, non-linear market regimes utilizing deep networks.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  • Identifies the accurate probability of future market stress.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515600" y="-182880"/>
            <a:ext cx="2286000" cy="548640"/>
          </a:xfrm>
          <a:prstGeom prst="parallelogram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2FF"/>
                </a:solidFill>
                <a:latin typeface="Arial"/>
              </a:rPr>
              <a:t>5. Market Regime Detection (VAE)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rket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535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Markets endlessly transition between 'Bull', 'Bear', and 'Sideways' modes.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We utilize a Variational Autoencoder (VAE) for unsupervised anomaly scoring.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Continuously reconstructs recent sequences and computes a structural Reconstruction Loss.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Elevated anomalies signal market stress ('Volatile' or 'Panic').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Low scores confirm structural integrity ('Normal'/'Steady').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515600" y="-182880"/>
            <a:ext cx="2286000" cy="548640"/>
          </a:xfrm>
          <a:prstGeom prst="parallelogram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2FF"/>
                </a:solidFill>
                <a:latin typeface="Arial"/>
              </a:rPr>
              <a:t>6. Sentiment Language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Extracts live psychological factors utilizing HuggingFace's FinBERT model.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Automatically pulls top financial news headlines specific to the tracked asset.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Evaluates localized context, trained exclusively on Wall Street lexicon.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Computes live probabilistic Bullish vs Bearish scoring in real-time.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Mitigates the blind-spots of pure mathematical chart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515600" y="-182880"/>
            <a:ext cx="2286000" cy="548640"/>
          </a:xfrm>
          <a:prstGeom prst="parallelogram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2FF"/>
                </a:solidFill>
                <a:latin typeface="Arial"/>
              </a:rPr>
              <a:t>7. Price Forecasting &amp; 'Fast Mode'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idence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Employs Multi-Horizon LSTMs to predict localized price trajectories.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Quantile Regression maps absolute confidence intervals (10th/90th percentile).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The 'Fast Mode' edge: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  • Pre-trained globally on immense historical datasets.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  • Pre-compiled neural weights auto-load locally.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  • Accelerates local rendering speeds by 95% while drastically reducing compute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515600" y="-182880"/>
            <a:ext cx="2286000" cy="548640"/>
          </a:xfrm>
          <a:prstGeom prst="parallelogram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D2FF"/>
                </a:solidFill>
                <a:latin typeface="Arial"/>
              </a:rPr>
              <a:t>8. Conclusion &amp; Core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Scales hedge-fund tier quantitative metrics into accessible, user-centric dashboards.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Melds traditional econometrics with modern Deep Learning and NLP extraction.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Empowers transparent analysis via Explainable AI architectures.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400" b="0">
                <a:solidFill>
                  <a:srgbClr val="F0F5FA"/>
                </a:solidFill>
              </a:rPr>
              <a:t>✦  Rapidly plug-and-playable for Equities, Crypto, and Global Forex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